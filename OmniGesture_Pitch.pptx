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9B4FA"/>
                </a:solidFill>
                <a:latin typeface="Segoe UI"/>
              </a:defRPr>
            </a:pPr>
            <a:r>
              <a:t>OmniGesture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DD6F4"/>
                </a:solidFill>
                <a:latin typeface="Segoe UI"/>
              </a:defRPr>
            </a:pPr>
            <a:r>
              <a:t>AI-Powered Hands-Free PC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6E3A1"/>
                </a:solidFill>
                <a:latin typeface="Segoe UI"/>
              </a:defRPr>
            </a:pPr>
            <a:r>
              <a:t>Built for Snapdragon-Powered HP 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Snapdragon AI Lab Build &amp; Present Challenge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38BA8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Standard PC navigation is not accessible to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1.3B+ people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65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live with disabilities affecting motor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Assistive hardware costs $1,500-$10,000+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making it inaccessible in developing economies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Cloud AI tracking has 200-500ms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5204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making real-time cursor control impossible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7763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Streaming video to cloud servers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9767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creates massive privacy violations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75487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Heavy GPU models drain 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07491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and cause thermal throttling on laptops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A6E3A1"/>
                </a:solidFill>
                <a:latin typeface="Segoe UI"/>
              </a:defRPr>
            </a:pPr>
            <a:r>
              <a:t>The Solution: OmniGesture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Turn your webcam into a zero-latency gesture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Point (Index 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Move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Pinch (Thumb+Index)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Left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BA6F7"/>
                </a:solidFill>
                <a:latin typeface="Segoe UI"/>
              </a:defRPr>
            </a:pPr>
            <a:r>
              <a:t>Peace (Index+Middle)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Double 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8BA8"/>
                </a:solidFill>
                <a:latin typeface="Segoe UI"/>
              </a:defRPr>
            </a:pPr>
            <a:r>
              <a:t>Fist (All Closed)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Right Click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Open Palm (All 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Scroll Up/Down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E2AF"/>
                </a:solidFill>
                <a:latin typeface="Segoe UI"/>
              </a:defRPr>
            </a:pPr>
            <a:r>
              <a:t>Thumbs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Toggle Drag 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Plus: Dark-themed Control Panel | Live FPS Counter | Sensitivity Slider | Activity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Segoe UI"/>
              </a:defRPr>
            </a:pPr>
            <a:r>
              <a:t>Why Snapdragon?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Edge AI is not optional for real-time gesture control - it is mandatory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7086"/>
                </a:solidFill>
                <a:latin typeface="Segoe UI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8BA8"/>
                </a:solidFill>
                <a:latin typeface="Segoe UI"/>
              </a:defRPr>
            </a:pPr>
            <a:r>
              <a:t>Cloud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Segoe UI"/>
              </a:defRPr>
            </a:pPr>
            <a:r>
              <a:t>Snapdragon Edge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200-500ms (unusable)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&lt;15ms (fluid)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Privacy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Video sent to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100% on-device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Internet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2918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Required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918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Fully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947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Battery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79475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Heavy drain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9475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NPU-optimized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976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Per-API-call charges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2976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Free forever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BA6F7"/>
                </a:solidFill>
                <a:latin typeface="Segoe UI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9E2AF"/>
                </a:solidFill>
                <a:latin typeface="Consolas"/>
              </a:defRPr>
            </a:pPr>
            <a:r>
              <a:t>HP Webcam  --&gt;  OpenCV 4.10  --&gt;  MediaPipe HandLandmarker  --&gt;  Gesture Engine  --&gt;  PyAutoGUI  --&gt;  OS Mouse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MediaPipe Tasks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2286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Open-source edge AI model detecting 21 hand landmarks at 30+ 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Gesture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7889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Finger state vectors (tip vs PIP elevation) + Euclidean pinch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EMA Cursor Smoothing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29183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Exponential Moving Average filter eliminates tremors and micro-jitter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Multi-threaded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79475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Vision engine runs in background thread; Tkinter UI on main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Temporal Cooldowns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29767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State machine prevents accidental double-triggers during transitions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0059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Adjustable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80059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User-configurable smoothing factor via slider (1-10 range)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Tech Stack: Python 3.10+ | MediaPipe (Open Source) | OpenCV 4.10 | PyAutoGUI | Tkinter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B387"/>
                </a:solidFill>
                <a:latin typeface="Segoe UI"/>
              </a:defRPr>
            </a:pPr>
            <a:r>
              <a:t>Live Demo &amp; Screenshots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Camera View (Hand Tracking HUD)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4114800" cy="3200400"/>
          </a:xfrm>
          <a:prstGeom prst="rect">
            <a:avLst/>
          </a:prstGeom>
          <a:solidFill>
            <a:srgbClr val="313244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[Insert Camera Screenshot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Tkinter Control Panel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377440"/>
            <a:ext cx="4114800" cy="3200400"/>
          </a:xfrm>
          <a:prstGeom prst="rect">
            <a:avLst/>
          </a:prstGeom>
          <a:solidFill>
            <a:srgbClr val="313244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[Insert Control Panel Screenshot Here]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Both windows run simultaneously - Camera HUD shows landmarks, Control Panel shows status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E2AF"/>
                </a:solidFill>
                <a:latin typeface="Segoe UI"/>
              </a:defRPr>
            </a:pPr>
            <a:r>
              <a:t>Future Roadmap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Segoe UI"/>
              </a:defRPr>
            </a:pPr>
            <a:r>
              <a:t>Phase 1: Qualcomm AI Hub NPU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83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Compile and INT8-quantize the hand landmark model for the Snapdragon Hexagon NPU via Qualcomm AI Hub. Target: sub-watt inference with near-zero CPU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6E3A1"/>
                </a:solidFill>
                <a:latin typeface="Segoe UI"/>
              </a:defRPr>
            </a:pPr>
            <a:r>
              <a:t>Phase 2: Custom Gesture Macro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718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Allow users to record custom hand poses and map them to any keyboard shortcut or system action (e.g., Peace Sign = Copy, Swipe Left = Switch Window).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49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BA6F7"/>
                </a:solidFill>
                <a:latin typeface="Segoe UI"/>
              </a:defRPr>
            </a:pPr>
            <a:r>
              <a:t>Phase 3: Multimodal Head &amp; Gaze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Add head-pose estimation and iris gaze tracking for users with severe mobility impairments who cannot use their hands at all (e.g., quadriplegia).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6E3A1"/>
                </a:solidFill>
                <a:latin typeface="Segoe UI"/>
              </a:defRPr>
            </a:pPr>
            <a:r>
              <a:t>OmniGesture makes every Snapdragon HP PC universally accessible - no extra hardware, no cloud, no compromise.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C7086"/>
                </a:solidFill>
                <a:latin typeface="Segoe UI"/>
              </a:defRPr>
            </a:pPr>
            <a:r>
              <a:t>Thank You! | GitHub: github.com/YOUR_USERNAME/omnigesture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